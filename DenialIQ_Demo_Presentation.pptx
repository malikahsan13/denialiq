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7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4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6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5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1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6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5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2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6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21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8871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5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964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22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477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84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87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DenialIQ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Medical Claim Denial Intelligence</a:t>
            </a:r>
          </a:p>
          <a:p>
            <a:r>
              <a:t>Smart • Short • Actionable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Claim denials are hard to interpret</a:t>
            </a:r>
          </a:p>
          <a:p>
            <a:r>
              <a:rPr dirty="0"/>
              <a:t>277 responses are complex &amp; technical</a:t>
            </a:r>
          </a:p>
          <a:p>
            <a:r>
              <a:rPr dirty="0"/>
              <a:t>CARC/RARC codes lack clear explanations</a:t>
            </a:r>
          </a:p>
          <a:p>
            <a:r>
              <a:rPr dirty="0"/>
              <a:t>Billing teams lose time and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277 Claim Response?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ANSI X12 277 = Claim Status Response</a:t>
            </a:r>
          </a:p>
          <a:p>
            <a:r>
              <a:rPr dirty="0"/>
              <a:t>Sent by payer after claim submission</a:t>
            </a:r>
          </a:p>
          <a:p>
            <a:r>
              <a:rPr dirty="0"/>
              <a:t>Indicates Accepted, Rejected, or Denied</a:t>
            </a:r>
          </a:p>
          <a:p>
            <a:r>
              <a:rPr dirty="0"/>
              <a:t>Uses CARC &amp; RARC denial codes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 Codes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CARC: Claim Adjustment Reason Code</a:t>
            </a:r>
          </a:p>
          <a:p>
            <a:r>
              <a:rPr dirty="0"/>
              <a:t>RARC: Remittance Advice Remark Code</a:t>
            </a:r>
          </a:p>
          <a:p>
            <a:r>
              <a:rPr dirty="0"/>
              <a:t>Machine-readable, not human-friendly</a:t>
            </a:r>
          </a:p>
          <a:p>
            <a:r>
              <a:rPr dirty="0"/>
              <a:t>Example: CARC 50 – Not medically necessary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DenialIQ?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system to explain claim denials</a:t>
            </a:r>
          </a:p>
          <a:p>
            <a:r>
              <a:rPr dirty="0"/>
              <a:t>Reads 277 responses &amp; denial codes</a:t>
            </a:r>
          </a:p>
          <a:p>
            <a:r>
              <a:rPr dirty="0"/>
              <a:t>Explains why claim failed</a:t>
            </a:r>
          </a:p>
          <a:p>
            <a:r>
              <a:rPr dirty="0"/>
              <a:t>Provides actionable fix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Collected all CARC &amp; RARC codes</a:t>
            </a:r>
          </a:p>
          <a:p>
            <a:r>
              <a:rPr dirty="0"/>
              <a:t>Cleaned &amp; normalized descriptions</a:t>
            </a:r>
          </a:p>
          <a:p>
            <a:r>
              <a:rPr dirty="0"/>
              <a:t>Downloaded official 277 Claim Status Guide</a:t>
            </a:r>
          </a:p>
          <a:p>
            <a:r>
              <a:rPr dirty="0"/>
              <a:t>Converted PDFs &amp; CSVs into text chunks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 – Pinecone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Embedded denial codes &amp; 277 guidelines</a:t>
            </a:r>
          </a:p>
          <a:p>
            <a:r>
              <a:rPr dirty="0"/>
              <a:t>Stored as vectors using embeddings</a:t>
            </a:r>
          </a:p>
          <a:p>
            <a:r>
              <a:rPr dirty="0"/>
              <a:t>Enables semantic search via cosine similarity</a:t>
            </a:r>
          </a:p>
          <a:p>
            <a:r>
              <a:rPr dirty="0"/>
              <a:t>Foundation for RAG pipeli</a:t>
            </a:r>
            <a:r>
              <a:rPr lang="en-US" dirty="0"/>
              <a:t>ne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(Retrieval-Augmented Generation)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Query → Embed → Pinecone Retrieval</a:t>
            </a:r>
          </a:p>
          <a:p>
            <a:r>
              <a:rPr dirty="0"/>
              <a:t>→ Relevant denial context</a:t>
            </a:r>
          </a:p>
          <a:p>
            <a:r>
              <a:rPr dirty="0"/>
              <a:t>→ LLM generates explanation</a:t>
            </a:r>
          </a:p>
          <a:p>
            <a:r>
              <a:rPr dirty="0"/>
              <a:t>→ Plain English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Agent Router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query analyzed</a:t>
            </a:r>
          </a:p>
          <a:p>
            <a:r>
              <a:rPr dirty="0"/>
              <a:t>Structured query → SQLite</a:t>
            </a:r>
          </a:p>
          <a:p>
            <a:r>
              <a:rPr dirty="0"/>
              <a:t>Explanation query → Pinecone (RAG)</a:t>
            </a:r>
          </a:p>
          <a:p>
            <a:r>
              <a:rPr dirty="0"/>
              <a:t>Correct tool selected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161457-69A9-48E0-A162-DD9F664AA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777" y="2052638"/>
            <a:ext cx="6290571" cy="4195762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asks: Why was claim denied?</a:t>
            </a:r>
          </a:p>
          <a:p>
            <a:r>
              <a:rPr dirty="0"/>
              <a:t>Denial codes extracted</a:t>
            </a:r>
          </a:p>
          <a:p>
            <a:r>
              <a:rPr dirty="0"/>
              <a:t>Context retrieved from Pinecone</a:t>
            </a:r>
          </a:p>
          <a:p>
            <a:r>
              <a:rPr dirty="0"/>
              <a:t>Explanation generated</a:t>
            </a:r>
          </a:p>
          <a:p>
            <a:r>
              <a:rPr dirty="0"/>
              <a:t>Fix steps suggested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Reason for denial</a:t>
            </a:r>
          </a:p>
          <a:p>
            <a:r>
              <a:rPr dirty="0"/>
              <a:t>Which code caused rejection</a:t>
            </a:r>
          </a:p>
          <a:p>
            <a:r>
              <a:rPr dirty="0"/>
              <a:t>What documentation is missing</a:t>
            </a:r>
          </a:p>
          <a:p>
            <a:r>
              <a:rPr dirty="0"/>
              <a:t>How to resubmit successfully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Faster denial resolution</a:t>
            </a:r>
          </a:p>
          <a:p>
            <a:r>
              <a:rPr dirty="0"/>
              <a:t>Reduced AR days</a:t>
            </a:r>
          </a:p>
          <a:p>
            <a:r>
              <a:rPr dirty="0"/>
              <a:t>Less manual research</a:t>
            </a:r>
          </a:p>
          <a:p>
            <a:r>
              <a:rPr dirty="0"/>
              <a:t>Higher first-pass acceptance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DenialIQ – See Clearly Why Claims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clarity for medical billing teams</a:t>
            </a:r>
          </a:p>
          <a:p>
            <a:r>
              <a:t>From codes → context → correction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514</TotalTime>
  <Words>294</Words>
  <Application>Microsoft Office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DenialIQ</vt:lpstr>
      <vt:lpstr>The Problem</vt:lpstr>
      <vt:lpstr>What is a 277 Claim Response?</vt:lpstr>
      <vt:lpstr>Denial Codes Explained</vt:lpstr>
      <vt:lpstr>What is DenialIQ?</vt:lpstr>
      <vt:lpstr>Data Preparation</vt:lpstr>
      <vt:lpstr>Vector Database – Pinecone</vt:lpstr>
      <vt:lpstr>RAG (Retrieval-Augmented Generation)</vt:lpstr>
      <vt:lpstr>LangGraph Agent Router</vt:lpstr>
      <vt:lpstr>System Architecture</vt:lpstr>
      <vt:lpstr>Live Demo Flow</vt:lpstr>
      <vt:lpstr>Example Output</vt:lpstr>
      <vt:lpstr>Business Impact</vt:lpstr>
      <vt:lpstr>DenialIQ – See Clearly Why Claims Fail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DenialIQ</dc:title>
  <dc:subject/>
  <dc:creator/>
  <cp:keywords/>
  <dc:description>generated using python-pptx</dc:description>
  <cp:lastModifiedBy>malik ahsan</cp:lastModifiedBy>
  <cp:revision>8</cp:revision>
  <dcterms:created xsi:type="dcterms:W3CDTF">2013-01-27T09:14:16Z</dcterms:created>
  <dcterms:modified xsi:type="dcterms:W3CDTF">2026-01-03T05:52:54Z</dcterms:modified>
  <cp:category/>
</cp:coreProperties>
</file>